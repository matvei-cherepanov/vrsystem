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66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9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2A2D6-1195-4F1B-B2D0-4F348A014822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5C5DA-D9BF-4C59-B71D-6742BF0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8737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2A2D6-1195-4F1B-B2D0-4F348A014822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5C5DA-D9BF-4C59-B71D-6742BF0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8705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2A2D6-1195-4F1B-B2D0-4F348A014822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5C5DA-D9BF-4C59-B71D-6742BF0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9147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2A2D6-1195-4F1B-B2D0-4F348A014822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5C5DA-D9BF-4C59-B71D-6742BF0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657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2A2D6-1195-4F1B-B2D0-4F348A014822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5C5DA-D9BF-4C59-B71D-6742BF0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2148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2A2D6-1195-4F1B-B2D0-4F348A014822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5C5DA-D9BF-4C59-B71D-6742BF0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8744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2A2D6-1195-4F1B-B2D0-4F348A014822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5C5DA-D9BF-4C59-B71D-6742BF0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6987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2A2D6-1195-4F1B-B2D0-4F348A014822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5C5DA-D9BF-4C59-B71D-6742BF0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5798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2A2D6-1195-4F1B-B2D0-4F348A014822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5C5DA-D9BF-4C59-B71D-6742BF0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0788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2A2D6-1195-4F1B-B2D0-4F348A014822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5C5DA-D9BF-4C59-B71D-6742BF0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0648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2A2D6-1195-4F1B-B2D0-4F348A014822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5C5DA-D9BF-4C59-B71D-6742BF0D4E2E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36491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2A2D6-1195-4F1B-B2D0-4F348A014822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5C5DA-D9BF-4C59-B71D-6742BF0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53230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2A2D6-1195-4F1B-B2D0-4F348A014822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5C5DA-D9BF-4C59-B71D-6742BF0D4E2E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918111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2A2D6-1195-4F1B-B2D0-4F348A014822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5C5DA-D9BF-4C59-B71D-6742BF0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77384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2A2D6-1195-4F1B-B2D0-4F348A014822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5C5DA-D9BF-4C59-B71D-6742BF0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1902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2A2D6-1195-4F1B-B2D0-4F348A014822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5C5DA-D9BF-4C59-B71D-6742BF0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3949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02A2D6-1195-4F1B-B2D0-4F348A014822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075C5DA-D9BF-4C59-B71D-6742BF0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0760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Программный комплекс бронирования для клуба виртуальной реальности «Виртуальное направление»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2668019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Техническое задание на разработку информационной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</a:t>
            </a:r>
          </a:p>
          <a:p>
            <a:pPr algn="ctr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Разработали: студенты группы ИСП-21/22 </a:t>
            </a:r>
          </a:p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Черепанов М., Шульгин Д.,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Чернега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Н.,</a:t>
            </a:r>
          </a:p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Дорофеева Е.,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Малькина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Д.</a:t>
            </a:r>
          </a:p>
        </p:txBody>
      </p:sp>
    </p:spTree>
    <p:extLst>
      <p:ext uri="{BB962C8B-B14F-4D97-AF65-F5344CB8AC3E}">
        <p14:creationId xmlns:p14="http://schemas.microsoft.com/office/powerpoint/2010/main" val="2187468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98358"/>
          </a:xfrm>
        </p:spPr>
        <p:txBody>
          <a:bodyPr>
            <a:normAutofit/>
          </a:bodyPr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Введение и Актуальность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507959"/>
            <a:ext cx="8596668" cy="45334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Проблема: Ручное обновление в клубе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приводит к ошибкам (двойные записи), перегрузке телефонной линии и ограничивает время приема заявок рабочими часами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разработки: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 процесса записи клиентов через мессенджеры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Telegram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VK) и локальное рабочее место администратора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задачи: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Исключение двойных бронирований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Повышение качества обслуживания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Обеспечение круглосуточного доступа к услуге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667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50232"/>
          </a:xfrm>
        </p:spPr>
        <p:txBody>
          <a:bodyPr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Назначение и Объект автоматизации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459833"/>
            <a:ext cx="8596668" cy="45815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Объект: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Клуб виртуальной реальности ООО «Питон» (г. Тольятти, ул. Белорусская, д. 6, ком. 14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Назначение ПО: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предназначена для управления бронью услуг («Игра в VR», «День рождения») и администрирования записей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Пользователи: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Клиенты (через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Telegram-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бот и бота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Администратор (через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Desktop-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приложение)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5395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70021"/>
          </a:xfrm>
        </p:spPr>
        <p:txBody>
          <a:bodyPr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Функциональные возможности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379621"/>
            <a:ext cx="8596668" cy="46617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клиента (Чат-боты):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Получение справочной информации (адрес, контакты).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услуги и времени.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занятости слотов в реальном времени.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Ввод контактных данных.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Подтверждение записи и получение уведомления.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25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05853"/>
          </a:xfrm>
        </p:spPr>
        <p:txBody>
          <a:bodyPr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Функциональные возможности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315453"/>
            <a:ext cx="8596668" cy="47259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администратора (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Desktop-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приложение):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всех актуальных записей.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Редактирование статуса заявки («Актуально» / «Отменено»).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Отображение источника записи (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VK/Telegram).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Автоматическое обновление базы при новых заказах.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68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Требования к надёжности и безопасности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11096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лицензионного ПО и сертифицированного оборудования.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Резервное копирование базы данных (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не реже 1 раза в сутки.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Локальное хранение персональных данных без передачи сторонним сервисам (согласно ФЗ-152).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ПК антивирусным ПО.</a:t>
            </a:r>
          </a:p>
        </p:txBody>
      </p:sp>
    </p:spTree>
    <p:extLst>
      <p:ext uri="{BB962C8B-B14F-4D97-AF65-F5344CB8AC3E}">
        <p14:creationId xmlns:p14="http://schemas.microsoft.com/office/powerpoint/2010/main" val="314446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224590"/>
            <a:ext cx="8596668" cy="641684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Аппаратные и программные требования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866274"/>
            <a:ext cx="8596668" cy="57270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Рабочее место администратора: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Процессор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Intel® Core i3+;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ОЗУ от 4 Гб;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Диск: от 100 Гб.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Операционная система: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Windows 7/8/8.1/10/11.</a:t>
            </a:r>
          </a:p>
          <a:p>
            <a:pPr marL="0" indent="0">
              <a:buNone/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Клиентское устройство: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Любой смартфон или ПК с доступом в интернет и установленным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Telegram/VK.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Программный стек: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SQLite.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Язык программирования: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3.8+.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Библиотеки: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aiogram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Telegram),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vk-api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VK),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(GUI), sqlite3.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4508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21895"/>
          </a:xfrm>
        </p:spPr>
        <p:txBody>
          <a:bodyPr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Технико-экономические показатели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331495"/>
            <a:ext cx="8596668" cy="532597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Сокращение времени обработки заявок менеджерами.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Полное исключение двойных бронирований.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записи 24/7.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Снижение нагрузки на телефонную станцию.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Экономическая выгода: затраты сопоставимы с прогнозируемой прибылью от увеличения потока клиентов.</a:t>
            </a:r>
          </a:p>
        </p:txBody>
      </p:sp>
    </p:spTree>
    <p:extLst>
      <p:ext uri="{BB962C8B-B14F-4D97-AF65-F5344CB8AC3E}">
        <p14:creationId xmlns:p14="http://schemas.microsoft.com/office/powerpoint/2010/main" val="3114620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192505"/>
            <a:ext cx="8596668" cy="737937"/>
          </a:xfrm>
        </p:spPr>
        <p:txBody>
          <a:bodyPr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Этапы разработки и сроки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930442"/>
            <a:ext cx="8596668" cy="5486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Общая продолжительность: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недели: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задачи, сбор требований – 1 день.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требований, разработка спецификаций – 2 дня.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архитектуры системы и структуры базы данных – 3 дня.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сценарий взаимодействия ботов – 3 дня.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модуля ботов – 3 дня.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532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53979"/>
          </a:xfrm>
        </p:spPr>
        <p:txBody>
          <a:bodyPr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Состав документации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363579"/>
            <a:ext cx="8596668" cy="5069305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Руководство системного администратора (настройка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токенов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57200" indent="-457200">
              <a:buAutoNum type="arabicPeriod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Руководство пользователя (интерфейс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Desktop-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приложения).</a:t>
            </a:r>
          </a:p>
          <a:p>
            <a:pPr marL="457200" indent="-457200">
              <a:buAutoNum type="arabicPeriod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Графический материал (структура БД, блок-схемы алгоритмов).</a:t>
            </a:r>
          </a:p>
          <a:p>
            <a:pPr marL="457200" indent="-457200">
              <a:buAutoNum type="arabicPeriod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Текст данного технического задания.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027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368968"/>
            <a:ext cx="8596668" cy="70585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Telegram-</a:t>
            </a:r>
            <a:r>
              <a:rPr lang="ru-RU" dirty="0" smtClean="0">
                <a:solidFill>
                  <a:schemeClr val="tx1"/>
                </a:solidFill>
              </a:rPr>
              <a:t>бот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75745" y="1074821"/>
            <a:ext cx="4185623" cy="513347"/>
          </a:xfrm>
        </p:spPr>
        <p:txBody>
          <a:bodyPr/>
          <a:lstStyle/>
          <a:p>
            <a:pPr algn="ctr"/>
            <a:r>
              <a:rPr lang="ru-RU" dirty="0" smtClean="0"/>
              <a:t>Приветствие</a:t>
            </a:r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289" y="2736850"/>
            <a:ext cx="4176621" cy="3305175"/>
          </a:xfrm>
        </p:spPr>
      </p:pic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088383" y="1074821"/>
            <a:ext cx="4185618" cy="513347"/>
          </a:xfrm>
        </p:spPr>
        <p:txBody>
          <a:bodyPr/>
          <a:lstStyle/>
          <a:p>
            <a:pPr algn="ctr"/>
            <a:r>
              <a:rPr lang="ru-RU" dirty="0" smtClean="0"/>
              <a:t>Бронирование</a:t>
            </a:r>
            <a:endParaRPr lang="ru-RU" dirty="0"/>
          </a:p>
        </p:txBody>
      </p:sp>
      <p:pic>
        <p:nvPicPr>
          <p:cNvPr id="8" name="Объект 7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938" y="3183308"/>
            <a:ext cx="4186237" cy="2412258"/>
          </a:xfrm>
        </p:spPr>
      </p:pic>
    </p:spTree>
    <p:extLst>
      <p:ext uri="{BB962C8B-B14F-4D97-AF65-F5344CB8AC3E}">
        <p14:creationId xmlns:p14="http://schemas.microsoft.com/office/powerpoint/2010/main" val="2435106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35726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Бот </a:t>
            </a:r>
            <a:r>
              <a:rPr lang="en-US" dirty="0" smtClean="0">
                <a:solidFill>
                  <a:schemeClr val="tx1"/>
                </a:solidFill>
              </a:rPr>
              <a:t>MAX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367247"/>
            <a:ext cx="8596668" cy="4674116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 smtClean="0"/>
              <a:t>Приветствие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788" y="1838006"/>
            <a:ext cx="7985760" cy="444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465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53440"/>
          </a:xfrm>
        </p:spPr>
        <p:txBody>
          <a:bodyPr>
            <a:normAutofit/>
          </a:bodyPr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Бот </a:t>
            </a:r>
            <a:r>
              <a:rPr lang="en-US" dirty="0" smtClean="0">
                <a:solidFill>
                  <a:schemeClr val="tx1"/>
                </a:solidFill>
              </a:rPr>
              <a:t>MAX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dirty="0" smtClean="0"/>
              <a:t>Бронирование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479787" y="2160589"/>
            <a:ext cx="4963671" cy="3880773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 smtClean="0"/>
              <a:t>Бронирование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515" y="2635026"/>
            <a:ext cx="4963671" cy="276623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787" y="2635026"/>
            <a:ext cx="4963671" cy="2708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282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256674"/>
            <a:ext cx="8596668" cy="802105"/>
          </a:xfrm>
        </p:spPr>
        <p:txBody>
          <a:bodyPr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Заключение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058779"/>
            <a:ext cx="8596668" cy="52457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Краткое резюме: внедрение системы позволит вывести обслуживание клуба на новый уровень.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Готовность команды приступить к реализации согласно утверждённому плану.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Контактная информация (</a:t>
            </a:r>
            <a:r>
              <a:rPr lang="ru-RU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требуется).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620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</TotalTime>
  <Words>522</Words>
  <Application>Microsoft Office PowerPoint</Application>
  <PresentationFormat>Широкоэкранный</PresentationFormat>
  <Paragraphs>79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Times New Roman</vt:lpstr>
      <vt:lpstr>Trebuchet MS</vt:lpstr>
      <vt:lpstr>Wingdings</vt:lpstr>
      <vt:lpstr>Wingdings 3</vt:lpstr>
      <vt:lpstr>Аспект</vt:lpstr>
      <vt:lpstr>Программный комплекс бронирования для клуба виртуальной реальности «Виртуальное направление»</vt:lpstr>
      <vt:lpstr>Введение и Актуальность</vt:lpstr>
      <vt:lpstr>Назначение и Объект автоматизации</vt:lpstr>
      <vt:lpstr>Функциональные возможности</vt:lpstr>
      <vt:lpstr>Функциональные возможности</vt:lpstr>
      <vt:lpstr>Требования к надёжности и безопасности</vt:lpstr>
      <vt:lpstr>Аппаратные и программные требования</vt:lpstr>
      <vt:lpstr>Технико-экономические показатели</vt:lpstr>
      <vt:lpstr>Этапы разработки и сроки</vt:lpstr>
      <vt:lpstr>Состав документации</vt:lpstr>
      <vt:lpstr>Telegram-бот</vt:lpstr>
      <vt:lpstr>Бот MAX</vt:lpstr>
      <vt:lpstr>Бот MAX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Программный комплекс бронирования для клуба виртуальной реальности «Виртуальное направление»</dc:title>
  <dc:creator>Дмитрий Шульгин</dc:creator>
  <cp:lastModifiedBy>Дмитрий Шульгин</cp:lastModifiedBy>
  <cp:revision>11</cp:revision>
  <dcterms:created xsi:type="dcterms:W3CDTF">2026-06-25T09:01:58Z</dcterms:created>
  <dcterms:modified xsi:type="dcterms:W3CDTF">2026-06-25T10:01:29Z</dcterms:modified>
</cp:coreProperties>
</file>